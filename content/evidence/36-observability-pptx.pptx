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Traces &amp; Visualization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1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an observability stack with Loki, Prometheus and Grafana on Kubernetes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D948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2976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· Logs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429768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864A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77440" y="42976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· Metrics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4297680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F9E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42976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4297680"/>
            <a:ext cx="2423160" cy="457200"/>
          </a:xfrm>
          <a:prstGeom prst="roundRect">
            <a:avLst>
              <a:gd name="adj" fmla="val 16000"/>
            </a:avLst>
          </a:prstGeom>
          <a:solidFill>
            <a:srgbClr val="7048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52160" y="4297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· Visualization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Observability?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is the ability to understand what is happening inside a system by examining the data it produces — without having to ship new code to ask a new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48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38328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94760"/>
            <a:ext cx="206883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Discrete, timestamped records of events. “What happened, and what did it say?”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94710" y="242316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2331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864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3310" y="338328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23310" y="3794760"/>
            <a:ext cx="206883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measurements over time. “How much, how fast, how often?”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40780" y="242316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938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F9E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9380" y="338328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69380" y="3794760"/>
            <a:ext cx="206883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 a single request takes across services. “Where did the time go?”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86850" y="2423160"/>
            <a:ext cx="2526030" cy="3291840"/>
          </a:xfrm>
          <a:prstGeom prst="roundRect">
            <a:avLst>
              <a:gd name="adj" fmla="val 289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15450" y="26974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704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15450" y="3383280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315450" y="3794760"/>
            <a:ext cx="206883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raw signals into dashboards a human can act on.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We're Deploying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574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D948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64792"/>
            <a:ext cx="2331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+ Promtail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764792"/>
            <a:ext cx="7315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stores and indexes logs. Promtail runs on every node, tails container logs, and ships them to Loki.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57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864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3364992"/>
            <a:ext cx="2331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+ Exporters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3364992"/>
            <a:ext cx="7315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scrapes metrics from apps and infrastructure and stores them as time series.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257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048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554480" y="4965192"/>
            <a:ext cx="233172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4965192"/>
            <a:ext cx="73152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both Loki and Prometheus as data sources and renders everything in dashboards.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Loki: Log Aggregation, Prometheus-Style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horizontally-scalable, multi-tenant log aggregation system built by Grafana Labs.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Elasticsearch, Loki does NOT index the full text of every log line — only metadata (labels), which makes it far cheaper to run.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are compressed into chunks and stored in cheap object storage (or a local filesystem in our lab).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query it with LogQL, a query language deliberately similar to PromQL.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0" y="1554480"/>
            <a:ext cx="4480560" cy="4297680"/>
          </a:xfrm>
          <a:prstGeom prst="roundRect">
            <a:avLst>
              <a:gd name="adj" fmla="val 2128"/>
            </a:avLst>
          </a:prstGeom>
          <a:solidFill>
            <a:srgbClr val="1F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Loki instead of ELK?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286000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D7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10–20x cheaper storage — index labels, not text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D7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 model as Kubernetes &amp; Prometheus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D7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Grafana integration — no separate UI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D7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to run for small/medium clusters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4E6"/>
          </a:solidFill>
          <a:ln w="15875">
            <a:solidFill>
              <a:srgbClr val="D948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Promtail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63347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logs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nodes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278892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263347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hashes streams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78892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Ingester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63347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 into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chunks, writes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766560" y="278892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9516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04888" y="263347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Chunks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(object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/ local)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15400" y="278892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0" y="21031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8F9FB"/>
          </a:solidFill>
          <a:ln w="1587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2267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Querier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263347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LogQL queries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0" y="420624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7048E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44000" y="4206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(queries via LogQL)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04120" y="3474720"/>
            <a:ext cx="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48640" y="5394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cluster: Promtail runs as a DaemonSet (one pod per node) and reads container log files directly from each node's filesystem.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Promtail: How Logs Reach Loki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a DaemonSet — one pod per Kubernetes node — and uses Kubernetes service discovery to find every pod on that node.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1920240"/>
            <a:ext cx="457200" cy="45720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260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container log files from /var/log/pods on the node's filesystem, following them like `tail -f`.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9260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Attaches Kubernetes metadata as labels: namespace, pod, container, node — the same labels Prometheus uses.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1920240"/>
            <a:ext cx="457200" cy="457200"/>
          </a:xfrm>
          <a:prstGeom prst="ellipse">
            <a:avLst/>
          </a:prstGeom>
          <a:solidFill>
            <a:srgbClr val="D948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1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29260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Batches log lines and pushes them to Loki's distributor over HTTP.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6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Prometheus: Metrics &amp; Time-Series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open-source monitoring system that pulls (scrapes) metrics from targets on a regular interval — it does not wait for apps to push data.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every measurement as a time series: a metric name + key/value labels + a sequence of timestamped values.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Comes with PromQL, a powerful query language for aggregating, filtering, and computing rates over time series.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with Alertmanager to turn PromQL conditions into routed alerts (Slack, email, PagerDuty, etc.).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132320" y="1554480"/>
            <a:ext cx="4480560" cy="4297680"/>
          </a:xfrm>
          <a:prstGeom prst="roundRect">
            <a:avLst>
              <a:gd name="adj" fmla="val 2128"/>
            </a:avLst>
          </a:prstGeom>
          <a:solidFill>
            <a:srgbClr val="1F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52360" y="1783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time series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22860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http_requests_total{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method="GET",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status="200",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pod="new-app-nti-7d9"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=&gt; 1834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PromQL example: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4297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rate(http_requests_total[5m])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6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06040" y="1691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kube-state-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691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606040"/>
            <a:ext cx="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4864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/metrics on an interval (pull model)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32004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7F0FB"/>
          </a:solidFill>
          <a:ln w="19050">
            <a:solidFill>
              <a:srgbClr val="1864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320040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(scrape + TSDB storage)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291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2918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(routes alerts)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0" y="3721608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03920" y="329184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7048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03920" y="32918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(queries via PromQL)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721608"/>
            <a:ext cx="36576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cluster: Prometheus finds targets automatically via Kubernetes service discovery and ServiceMonitor/PodMonitor custom resources — no manual IP lists.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86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Kubernetes Metrics Come From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20040" cy="320040"/>
          </a:xfrm>
          <a:prstGeom prst="ellipse">
            <a:avLst/>
          </a:prstGeom>
          <a:solidFill>
            <a:srgbClr val="1864A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17320" y="160020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node-exporter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60020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DaemonSet — one pod per node. Exposes host-level metrics: CPU, memory, disk, network.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54680"/>
            <a:ext cx="320040" cy="320040"/>
          </a:xfrm>
          <a:prstGeom prst="ellipse">
            <a:avLst/>
          </a:prstGeom>
          <a:solidFill>
            <a:srgbClr val="1864A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278892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kube-state-metrics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278892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the Kubernetes API and exposes object state as metrics: pod status, deployment replicas, restarts.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43400"/>
            <a:ext cx="320040" cy="320040"/>
          </a:xfrm>
          <a:prstGeom prst="ellipse">
            <a:avLst/>
          </a:prstGeom>
          <a:solidFill>
            <a:srgbClr val="1864A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417320" y="39776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cAdvisor (built into kubelet)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39776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per-container resource usage (CPU/memory actually consumed by each container).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532120"/>
            <a:ext cx="320040" cy="320040"/>
          </a:xfrm>
          <a:prstGeom prst="ellipse">
            <a:avLst/>
          </a:prstGeom>
          <a:solidFill>
            <a:srgbClr val="1864A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17320" y="51663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ServiceMonitor / PodMonitor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516636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Resources (CRDs) that tell Prometheus which Services/Pods to scrape — this is how the Helm chart auto-wires everything.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9E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Traces: Following a Request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 records the full journey of one request as it moves through multiple services — showing exactly where time was spent.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9601200" cy="438912"/>
          </a:xfrm>
          <a:prstGeom prst="roundRect">
            <a:avLst>
              <a:gd name="adj" fmla="val 10417"/>
            </a:avLst>
          </a:prstGeom>
          <a:solidFill>
            <a:srgbClr val="ADB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88720" y="2816352"/>
            <a:ext cx="2194560" cy="438912"/>
          </a:xfrm>
          <a:prstGeom prst="roundRect">
            <a:avLst>
              <a:gd name="adj" fmla="val 10417"/>
            </a:avLst>
          </a:prstGeom>
          <a:solidFill>
            <a:srgbClr val="2F9E4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8163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Service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3346704"/>
            <a:ext cx="4206240" cy="438912"/>
          </a:xfrm>
          <a:prstGeom prst="roundRect">
            <a:avLst>
              <a:gd name="adj" fmla="val 10417"/>
            </a:avLst>
          </a:prstGeom>
          <a:solidFill>
            <a:srgbClr val="2F9E4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3346704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Service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3877056"/>
            <a:ext cx="2011680" cy="438912"/>
          </a:xfrm>
          <a:prstGeom prst="roundRect">
            <a:avLst>
              <a:gd name="adj" fmla="val 10417"/>
            </a:avLst>
          </a:prstGeom>
          <a:solidFill>
            <a:srgbClr val="94D3A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63440" y="387705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Database Query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4407408"/>
            <a:ext cx="1554480" cy="438912"/>
          </a:xfrm>
          <a:prstGeom prst="roundRect">
            <a:avLst>
              <a:gd name="adj" fmla="val 10417"/>
            </a:avLst>
          </a:prstGeom>
          <a:solidFill>
            <a:srgbClr val="94D3A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44074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Payment 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9DB"/>
          </a:solidFill>
          <a:ln w="12700">
            <a:solidFill>
              <a:srgbClr val="F1C2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deployed in this lab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normally uses Grafana Tempo, Jaeger, or Zipkin, with apps instrumented via OpenTelemetry. We're focusing on logs + metrics + visualization first — tracing is a natural next step.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04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Grafana: One Pane of Glass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881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doesn't store data itself — it connects to data sources (Prometheus, Loki, and many others) and queries them live.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 Source is a configured connection: URL + auth + the query language it should speak (PromQL for Prometheus, LogQL for Loki).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is a collection of Panels; each panel runs a query against a data source and renders it (graph, table, log stream, gauge...).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mode lets you run ad-hoc PromQL/LogQL queries without building a dashboard — great for debugging.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can be written as JSON and version-controlled, or imported from the community library (grafana.com/dashboards).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Everything Fits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Pods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(logs + /metrics)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803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(node-exporter,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Promtail)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0" y="1965960"/>
            <a:ext cx="914400" cy="1097280"/>
          </a:xfrm>
          <a:prstGeom prst="line">
            <a:avLst/>
          </a:prstGeom>
          <a:noFill/>
          <a:ln w="22225">
            <a:solidFill>
              <a:srgbClr val="D9480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26080" y="3337560"/>
            <a:ext cx="914400" cy="-274320"/>
          </a:xfrm>
          <a:prstGeom prst="line">
            <a:avLst/>
          </a:prstGeom>
          <a:noFill/>
          <a:ln w="22225">
            <a:solidFill>
              <a:srgbClr val="1864A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31920" y="15544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FF4E6"/>
          </a:solidFill>
          <a:ln w="15875">
            <a:solidFill>
              <a:srgbClr val="D948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15544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48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31920" y="2880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7F0FB"/>
          </a:solidFill>
          <a:ln w="15875">
            <a:solidFill>
              <a:srgbClr val="1864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31920" y="28803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64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1280160" cy="1188720"/>
          </a:xfrm>
          <a:prstGeom prst="line">
            <a:avLst/>
          </a:prstGeom>
          <a:noFill/>
          <a:ln w="22225">
            <a:solidFill>
              <a:srgbClr val="D9480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35040" y="3337560"/>
            <a:ext cx="1280160" cy="-137160"/>
          </a:xfrm>
          <a:prstGeom prst="line">
            <a:avLst/>
          </a:prstGeom>
          <a:noFill/>
          <a:ln w="22225">
            <a:solidFill>
              <a:srgbClr val="1864A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06640" y="2331720"/>
            <a:ext cx="2377440" cy="1188720"/>
          </a:xfrm>
          <a:prstGeom prst="roundRect">
            <a:avLst>
              <a:gd name="adj" fmla="val 6154"/>
            </a:avLst>
          </a:prstGeom>
          <a:solidFill>
            <a:srgbClr val="7048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06640" y="23317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784080" y="2926080"/>
            <a:ext cx="82296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07040" y="246888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07040" y="24688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(browser)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components run inside the minikube cluster; only Grafana's port is forwarded out so you can view it from your browser.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with Helm Charts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6916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kube-prometheus-stack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69164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Helm chart that installs Prometheus, Alertmanager, Grafana, node-exporter, kube-state-metrics — plus a set of default dashboards.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loki-stack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10896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Helm chart that installs Loki and Promtail together, and can auto-register Loki as a Grafana data source.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8F9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5262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526280"/>
            <a:ext cx="7132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package manager for Kubernetes — a “chart” bundles all the manifests (Deployments, Services, ConfigMaps, CRDs) a piece of software needs.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command-by-command deployment steps are in the companion guide (observability-deployment.md).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Grafana in the Browser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installs Grafana as a ClusterIP Service inside minikube — not reachable directly from Windows/WSL.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kubectl port-forward to tunnel Grafana's port 80 to your machine's localhost:3000.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http://localhost:3000 in your browser and log in (default admin credentials from the chart).</a:t>
            </a:r>
            <a:endParaRPr lang="en-US" sz="1500" dirty="0"/>
          </a:p>
          <a:p>
            <a:pPr marL="342900" indent="-3429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Prometheus and Loki are already wired up as data sources — open the pre-installed dashboards under Dashboards → Browse.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F2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75488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port-forward --address 0.0.0.0 svc/kube-prometheus-stack-grafana 3000:80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Logs · Metrics · Traces · Visualization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3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601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→ Loki + Promtail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→ Prometheus + Exporters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→ (next lab) Tempo/Jaeger</a:t>
            </a:r>
            <a:endParaRPr lang="en-US" sz="2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→ Grafana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1C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2026-09-13T10:46:56Z</dcterms:created>
  <dcterms:modified xsi:type="dcterms:W3CDTF">2026-09-13T10:46:56Z</dcterms:modified>
</cp:coreProperties>
</file>